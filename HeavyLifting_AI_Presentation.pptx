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81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73152" cy="2286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Heavy Lifting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WORKOUT APP BUILT WITH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full-stack PWA — powered by Claude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 Hicks  ·  April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365760"/>
            <a:ext cx="2103120" cy="4434840"/>
          </a:xfrm>
          <a:prstGeom prst="roundRect">
            <a:avLst>
              <a:gd name="adj" fmla="val 7826"/>
            </a:avLst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5F32A5-BE71-8054-75DA-6E304C054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977" y="432372"/>
            <a:ext cx="1974103" cy="42787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HEAVY LIFTING?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full-stack fitness PWA built entirely with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417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Smart Workouts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PPL programs personalized to your gym equipment and history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31920" cy="1417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481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Progress Tracking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73752" y="1874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charts, volume trends, PR history, and XP gamification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417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127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Works Offline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PWA with service worker — no internet required after install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3931920" cy="1417320"/>
          </a:xfrm>
          <a:prstGeom prst="rect">
            <a:avLst/>
          </a:prstGeom>
          <a:solidFill>
            <a:srgbClr val="1E1E1E"/>
          </a:solidFill>
          <a:ln w="6350">
            <a:solidFill>
              <a:srgbClr val="2A2A2A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54864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73752" y="3127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Claude Integration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73752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Claude API for enhanced exercise swaps and weight recommendations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52144"/>
            <a:ext cx="8229600" cy="60350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234440"/>
            <a:ext cx="18288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71800" y="12801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app, no router — tabs via useState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8105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66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1856232"/>
            <a:ext cx="18288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71800" y="19019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tokens, dark theme, CSS vars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60350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432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Dexie.js (IndexedDB)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2478024"/>
            <a:ext cx="18288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71800" y="252374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queries, offline-first, persistent storage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054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3101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34640" y="3099816"/>
            <a:ext cx="18288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71800" y="314553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LineChart + BarChart for lift/volume history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8229600" cy="60350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675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34640" y="3721608"/>
            <a:ext cx="18288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71800" y="37673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swaps + weight suggestions (optional)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297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5537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vite-plugin-pwa + Workbox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34640" y="4343400"/>
            <a:ext cx="18288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71800" y="438912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worker, offline cache, iOS install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DEVELOPMENT PROCESS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Claude Code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served as the primary developer throughout this entire project — from initial architecture to final polish.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3212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Planning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32120" y="1508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full file structure, data models, and state machine before writing a single 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1655064"/>
            <a:ext cx="0" cy="512064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37760" y="2121408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2121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Development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24414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all React components, Dexie queries, and utility functions across 40+ files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2587752"/>
            <a:ext cx="0" cy="512064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33741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workout generator logic + Claude API client with offline fallbacks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66360" y="3520440"/>
            <a:ext cx="0" cy="512064"/>
          </a:xfrm>
          <a:prstGeom prst="line">
            <a:avLst/>
          </a:prstGeom>
          <a:noFill/>
          <a:ln w="1905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37760" y="3986784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986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4306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Vitest tests, build verification, mobile viewport checks, iOS Safari fixes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73168" y="1188720"/>
            <a:ext cx="18288" cy="37490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IN ACTION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658368"/>
            <a:ext cx="3566160" cy="4279392"/>
          </a:xfrm>
          <a:prstGeom prst="roundRect">
            <a:avLst>
              <a:gd name="adj" fmla="val 5128"/>
            </a:avLst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49194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0" y="658368"/>
            <a:ext cx="3566160" cy="4279392"/>
          </a:xfrm>
          <a:prstGeom prst="roundRect">
            <a:avLst>
              <a:gd name="adj" fmla="val 5128"/>
            </a:avLst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0" y="49194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PLANNER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BCA674-493F-60CB-29ED-2C9270983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02" y="702783"/>
            <a:ext cx="3199835" cy="41905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46B9CB-3178-CA9B-E676-BB0F71912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213" y="724752"/>
            <a:ext cx="3177985" cy="41535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ANALYTICS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658368"/>
            <a:ext cx="3566160" cy="4279392"/>
          </a:xfrm>
          <a:prstGeom prst="roundRect">
            <a:avLst>
              <a:gd name="adj" fmla="val 5128"/>
            </a:avLst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49194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029200" y="658368"/>
            <a:ext cx="3566160" cy="4279392"/>
          </a:xfrm>
          <a:prstGeom prst="roundRect">
            <a:avLst>
              <a:gd name="adj" fmla="val 5128"/>
            </a:avLst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029200" y="49194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CHARTS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FFD623-1CE2-AE3B-AFB7-808E5E00A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33" y="858599"/>
            <a:ext cx="3387573" cy="38606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AA56C4-E071-953F-D6DB-BE9EE4037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032" y="858599"/>
            <a:ext cx="3368035" cy="3623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Claude Code built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hooks, utils, tests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554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5328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exercise library with metadata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Tests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5328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generator fully covered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5720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702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generated for demos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315468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0" y="3154680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0" y="3291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733KB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29184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91840" y="42702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154680"/>
            <a:ext cx="2651760" cy="150876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26480" y="3154680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32918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12648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42702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with service worker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 THE APP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powers the workout intelligence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1115568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64008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3350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Pure-Logic Workout Generator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PPL rotation (Push/Pull/Legs) — no API required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920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Selects exercises by gym equipment + history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1645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Auto-deload when training 5+ consecutive days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Muscle diversity: max 2 exercises per muscle group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1115568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5968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Integration (Optional)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AI-powered exercise swap suggestions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3182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 recommendations with ±15% cap from base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Contextual session notes and coaching cues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3182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offline fallback — works without API key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85616"/>
            <a:ext cx="8229600" cy="1115568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785616"/>
            <a:ext cx="64008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8587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Weight Recommendations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 1: Last logged weight or exercise default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44439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 2: Ease ratings (too-easy +5%, too-hard −10%)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0" y="4169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 3: AI overlay capped at ±15% from base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4443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3× "just right" = automatic progressive overload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project demonstrates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1148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4538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AI Accelerates Full-Stack Development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8562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PWA with 40+ files, 130 exercises, 21 tests, and a gamification system — built in sessions rather than months.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1480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41148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4538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Incremental, Always-Deployable Builds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10912" y="18562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left the app in a working state. Claude Code followed a strict "finish one feature completely" philosophy before moving to the next.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11480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1148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AI Without Lock-In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63931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 works offline without an API key. Claude enhances the experience but every feature has a deterministic fallback.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108960"/>
            <a:ext cx="4114800" cy="1600200"/>
          </a:xfrm>
          <a:prstGeom prst="rect">
            <a:avLst/>
          </a:prstGeom>
          <a:solidFill>
            <a:srgbClr val="1E1E1E"/>
          </a:solidFill>
          <a:ln w="6350">
            <a:solidFill>
              <a:srgbClr val="25252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3108960"/>
            <a:ext cx="41148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10912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Architecture First, Code Second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10912" y="363931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designed data models, state machines, and component boundaries before writing code — leading to a clean, maintainable codebase.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73152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Heavy Lifting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Code — from zero to production in days, not months.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1E2A3A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77440" y="320040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1E2A3A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77440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23360" y="320040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1E2A3A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Dexie.js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63931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1E2A3A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6393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77440" y="363931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1E2A3A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36393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363931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1E2A3A"/>
          </a:solidFill>
          <a:ln w="63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0" y="363931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79" y="411480"/>
            <a:ext cx="2223041" cy="4415353"/>
          </a:xfrm>
          <a:prstGeom prst="roundRect">
            <a:avLst>
              <a:gd name="adj" fmla="val 7826"/>
            </a:avLst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  <a:effectLst>
            <a:outerShdw blurRad="152400" dist="508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Mason Hicks  ·  April 2026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E833E08-DB85-C78F-F330-5D955B621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1" r="1"/>
          <a:stretch>
            <a:fillRect/>
          </a:stretch>
        </p:blipFill>
        <p:spPr>
          <a:xfrm>
            <a:off x="6675120" y="616695"/>
            <a:ext cx="2100026" cy="40467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2311</TotalTime>
  <Words>642</Words>
  <Application>Microsoft Macintosh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Heavy Lifting — Built with AI</dc:title>
  <dc:subject>PptxGenJS Presentation</dc:subject>
  <dc:creator>Mason Hicks</dc:creator>
  <cp:lastModifiedBy>Mason Hicks</cp:lastModifiedBy>
  <cp:revision>2</cp:revision>
  <dcterms:created xsi:type="dcterms:W3CDTF">2026-04-16T23:56:48Z</dcterms:created>
  <dcterms:modified xsi:type="dcterms:W3CDTF">2026-04-18T14:29:33Z</dcterms:modified>
</cp:coreProperties>
</file>